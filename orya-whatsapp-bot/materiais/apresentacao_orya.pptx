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da82b1c-8b52-b1e4-b13f-f37758fc8f9d}">
          <p14:sldIdLst>
            <p14:sldId id="256"/>
            <p14:sldId id="257"/>
          </p14:sldIdLst>
        </p14:section>
        <p14:section name="Quem somos" id="{a7c567ca-5dff-870c-f0a5-a93f16070e32}">
          <p14:sldIdLst>
            <p14:sldId id="258"/>
          </p14:sldIdLst>
        </p14:section>
        <p14:section name="Como funciona" id="{728a748d-2ba5-9b36-981f-8f1bde235aac}">
          <p14:sldIdLst>
            <p14:sldId id="259"/>
            <p14:sldId id="260"/>
            <p14:sldId id="261"/>
          </p14:sldIdLst>
        </p14:section>
        <p14:section name="Planos e diferenciais" id="{4bdbf2d7-3615-b668-9869-24f12caacbfa}">
          <p14:sldIdLst>
            <p14:sldId id="262"/>
            <p14:sldId id="263"/>
            <p14:sldId id="264"/>
          </p14:sldIdLst>
        </p14:section>
        <p14:section name="Próximo passo" id="{ed7abe66-3942-f7f3-d5a9-179d59920ad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 promessa da ORYA é realçar a beleza com naturalidade.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ORYA-CAPA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ORYA-FECHAMENTO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11480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5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BRAN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11480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5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_cl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11480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5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MARROM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_cl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411480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5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FECHAMENT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YA FRASE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 d'água" descr="/home/user/Oi/orya-whatsapp-bot/materiais/logo/orya_monograma_clara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7955280" y="822960"/>
            <a:ext cx="4480560" cy="5029200"/>
          </a:xfrm>
          <a:prstGeom prst="rect">
            <a:avLst/>
          </a:prstGeom>
        </p:spPr>
      </p:pic>
      <p:pic>
        <p:nvPicPr>
          <p:cNvPr id="3" name="Image 1" descr="ORYA by Dra Danielly Pinhei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3291840" cy="941832"/>
          </a:xfrm>
          <a:prstGeom prst="rect">
            <a:avLst/>
          </a:prstGeom>
        </p:spPr>
      </p:pic>
      <p:sp>
        <p:nvSpPr>
          <p:cNvPr id="4" name="Título da capa"/>
          <p:cNvSpPr txBox="1"/>
          <p:nvPr/>
        </p:nvSpPr>
        <p:spPr>
          <a:xfrm>
            <a:off x="685800" y="201168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Realce a sua beleza.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perder a sua essência.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572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Estética avançada com a Dra. Danielly Pinheiro: avaliação individual, plano feito para você e resultado natural.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accent4"/>
                </a:solidFill>
              </a:rPr>
              <a:t>DRA. DANIELLY PINHEIRO · CRBM-1 62832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POR QUE VOCÊ ESTÁ AQUI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Quando o espelho não mostra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1"/>
                </a:solidFill>
              </a:rPr>
              <a:t>como você se sente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685800" y="2606040"/>
            <a:ext cx="342900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50800" dir="5400000">
              <a:srgbClr val="4A40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9718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136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Rosto cansado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Linhas de expressão e olhar pesado que fazem você parecer mais cansada do que está.</a:t>
            </a:r>
            <a:endParaRPr lang="en-US" sz="1500" dirty="0"/>
          </a:p>
        </p:txBody>
      </p:sp>
      <p:sp>
        <p:nvSpPr>
          <p:cNvPr id="9" name="Card 2"/>
          <p:cNvSpPr/>
          <p:nvPr/>
        </p:nvSpPr>
        <p:spPr>
          <a:xfrm>
            <a:off x="4343400" y="2606040"/>
            <a:ext cx="342900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50800" dir="5400000">
              <a:srgbClr val="4A40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9718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31363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Contorno e firmeza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Perda de colágeno, flacidez e contorno menos definido com o passar dos anos.</a:t>
            </a:r>
            <a:endParaRPr lang="en-US" sz="1500" dirty="0"/>
          </a:p>
        </p:txBody>
      </p:sp>
      <p:sp>
        <p:nvSpPr>
          <p:cNvPr id="14" name="Card 3"/>
          <p:cNvSpPr/>
          <p:nvPr/>
        </p:nvSpPr>
        <p:spPr>
          <a:xfrm>
            <a:off x="8001000" y="2606040"/>
            <a:ext cx="342900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50800" dir="5400000">
              <a:srgbClr val="4A40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9718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1363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Medo de ficar artificial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vontade de cuidar de si com a segurança de continuar sendo você.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2"/>
                </a:solidFill>
              </a:rPr>
              <a:t>QUEM CUIDA DE VOCÊ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Dra. Danielly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2"/>
                </a:solidFill>
              </a:rPr>
              <a:t>Pinheiro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30175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ESPECIALIZAÇÃO EM PARIS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Do primeiro olhar ao retorno, é a própria Dra. quem avalia, planeja e faz o seu procedimento.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2057400"/>
            <a:ext cx="2971800" cy="1965960"/>
          </a:xfrm>
          <a:prstGeom prst="roundRect">
            <a:avLst>
              <a:gd name="adj" fmla="val 465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3134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2356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Anatomia aplicada à harmonização facial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Especialização em Paris, na França.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03920" y="2057400"/>
            <a:ext cx="2971800" cy="1965960"/>
          </a:xfrm>
          <a:prstGeom prst="roundRect">
            <a:avLst>
              <a:gd name="adj" fmla="val 465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3134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7824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Pós-graduação em biomedicina estética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77824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Formação no Brasil.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349240" y="4206240"/>
            <a:ext cx="2971800" cy="1965960"/>
          </a:xfrm>
          <a:prstGeom prst="roundRect">
            <a:avLst>
              <a:gd name="adj" fmla="val 465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46227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23560" y="4983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Biomédica esteta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62356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CRBM-1 nº 62832. Sócia e responsável técnica da ORYA.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503920" y="4206240"/>
            <a:ext cx="2971800" cy="1965960"/>
          </a:xfrm>
          <a:prstGeom prst="roundRect">
            <a:avLst>
              <a:gd name="adj" fmla="val 465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44622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778240" y="4983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 início ao fim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77824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Avaliação, plano, procedimento e acompanhamento com ela.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COMO FUNCIONA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sua jornada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1"/>
                </a:solidFill>
              </a:rPr>
              <a:t>em 5 etapas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029968" cy="32918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Conversa inicial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Pelo WhatsApp, entendemos o que te incomoda e o seu momento.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71216" y="2468880"/>
            <a:ext cx="2029968" cy="32918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99816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099816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Avaliação com a Dra.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99816" y="4160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Análise completa do rosto ou corpo. Valor 100% abatido se você fechar.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2468880"/>
            <a:ext cx="2029968" cy="32918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85232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Plano personalizado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4160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Os caminhos possíveis para você, explicados com transparência.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2048" y="2468880"/>
            <a:ext cx="2029968" cy="32918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70648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470648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Procedimento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70648" y="4160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Com a própria Dra., produtos ANVISA abertos na sua frente.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27464" y="2468880"/>
            <a:ext cx="2029968" cy="3291840"/>
          </a:xfrm>
          <a:prstGeom prst="roundRect">
            <a:avLst>
              <a:gd name="adj" fmla="val 45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56064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Acompanhamento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56064" y="4160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Retorno em 15 dias nos injetáveis e calendário de manutenção.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METODOLOGIAS EXCLUSIVAS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Um método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1"/>
                </a:solidFill>
              </a:rPr>
              <a:t>para cada objetivo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HARMONIZAÇÃO FACIAL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Essência ORYA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644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Equilíbrio e proporção em etapas, começando pelo essencial.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TOXINA BOTULÍNICA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Protocolo Olhar Leve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644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Suaviza linhas e cansaço sem tirar a naturalidade dos movimentos.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24028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PREENCHIMENTO LABIAL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Lábios Assinatura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2644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Contorno, volume e hidratação na medida do seu rosto.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BIOESTIMULADORES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736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Protocolo Colágeno Vivo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2303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 seu próprio colágeno trabalhando por mais firmeza.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420624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GLÚTEO E CORPO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36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Contorno ORYA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52303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Proporção, firmeza e autoestima no contorno corporal.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01000" y="4206240"/>
            <a:ext cx="34290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PELE E BEM-ESTAR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736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Renovada &amp; Leveza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2303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Limpeza de pele, peelings, microagulhamento e drenagem.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138160" y="822960"/>
            <a:ext cx="4480560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28800"/>
            <a:ext cx="9601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Realçar quem você é.</a:t>
            </a:r>
            <a:endParaRPr lang="en-US" sz="5400" dirty="0"/>
          </a:p>
          <a:p>
            <a:pPr indent="0" marL="0">
              <a:buNone/>
            </a:pPr>
            <a:r>
              <a:rPr lang="en-US" sz="5400" b="1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transformar você em outra pessoa.</a:t>
            </a:r>
            <a:endParaRPr lang="en-US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2"/>
                </a:solidFill>
              </a:rPr>
              <a:t>PLANO OLHAR LEVE ANUAL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seu botox do ano,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2"/>
                </a:solidFill>
              </a:rPr>
              <a:t>sempre em dia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 economia em relação às aplicações avulsas (terço superior)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0" y="2057400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2128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72200" y="20574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4 aplicações programadas em 12 meses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0" y="2807208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962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280720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Acompanhamento da Dra. Danielly em todas as sessões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0" y="3557016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7124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72200" y="355701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Retorno de 15 dias após cada aplicação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0" y="4306824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446227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72200" y="430682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Parcelamento em até 10x sem juros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0" y="5056632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521208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172200" y="505663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Valores e condições na nossa conversa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2"/>
                </a:solidFill>
              </a:rPr>
              <a:t>POR QUE A ORYA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você pode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2"/>
                </a:solidFill>
              </a:rPr>
              <a:t>esperar de nós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134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926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Segurança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10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Produtos ANVISA abertos na sua frente e triagem de saúde antes de tudo.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214884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3134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2926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Naturalidade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310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Começamos pelo necessário e ajustamos no retorno, se precisar.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01000" y="214884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3134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01000" y="2926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Agenda flexível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001000" y="3310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Horários que encaixam na sua rotina, em três regiões de São Paulo.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85800" y="402336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8795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" y="4800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Avaliação que volta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" y="5184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O valor da avaliação é 100% abatido no procedimento que você fechar.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43400" y="402336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18795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343400" y="4800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Retorno incluso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343400" y="5184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Retorno em 15 dias nos injetáveis para acompanhar o seu resultado.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001000" y="4023360"/>
            <a:ext cx="658368" cy="6583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18795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01000" y="4800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Acolhimento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001000" y="5184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Do primeiro “oi” ao pós-procedimento, você é acompanhada de perto.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Os resultados variam de pessoa para pessoa e dependem da avaliação individual.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ONDE ATENDEMOS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Perto de você, </a:t>
            </a:r>
            <a:pPr algn="l" indent="0" marL="0">
              <a:buNone/>
            </a:pPr>
            <a:r>
              <a:rPr lang="en-US" sz="3600" b="1" i="1" dirty="0">
                <a:solidFill>
                  <a:schemeClr val="accent1"/>
                </a:solidFill>
              </a:rPr>
              <a:t>em três regiões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2"/>
                </a:solidFill>
              </a:rPr>
              <a:t>ZONA NORTE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Jardim São Paulo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Rua Viri, 62. Pertinho de Santana e do Shopping Center Norte.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ZONA LESTE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Tatuapé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Atendimento em consultório na região, com data e local combinados com você.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4A403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REGIÃO DOS JARDINS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Jardins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Atendimento em consultório na região, com data e local combinados com você.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5257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8h às 18h 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 segunda a sábado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72200" y="4846320"/>
            <a:ext cx="5257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 consulta 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horários após as 18h e domingos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i/orya-whatsapp-bot/materiais/logo/orya_monograma_clara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8138160" y="868680"/>
            <a:ext cx="4206240" cy="4727448"/>
          </a:xfrm>
          <a:prstGeom prst="rect">
            <a:avLst/>
          </a:prstGeom>
        </p:spPr>
      </p:pic>
      <p:pic>
        <p:nvPicPr>
          <p:cNvPr id="3" name="Image 1" descr="ORYA by Dra Danielly Pinhei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25603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2"/>
                </a:solidFill>
              </a:rPr>
              <a:t>PRÓXIMO PASSO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194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cuidar </a:t>
            </a:r>
            <a:pPr indent="0" marL="0">
              <a:buNone/>
            </a:pPr>
            <a:r>
              <a:rPr lang="en-US" sz="4000" b="1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você?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383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Responda por aqui e a gente encontra o melhor dia, horário e unidade para a sua avaliação com a Dra. Danielly.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34840"/>
            <a:ext cx="347472" cy="34747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4389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(11) 2959-3266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434840"/>
            <a:ext cx="347472" cy="34747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297680" y="43891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@dra.daniellypinheiro · @oryaestetica</a:t>
            </a:r>
            <a:endParaRPr lang="en-US" sz="1800" dirty="0"/>
          </a:p>
        </p:txBody>
      </p:sp>
      <p:sp>
        <p:nvSpPr>
          <p:cNvPr id="11" name="Shape 5"/>
          <p:cNvSpPr/>
          <p:nvPr/>
        </p:nvSpPr>
        <p:spPr>
          <a:xfrm>
            <a:off x="685800" y="5166360"/>
            <a:ext cx="3840480" cy="658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85800" y="5166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AGENDE A SUA AVALIAÇÃO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YA">
  <a:themeElements>
    <a:clrScheme name="ORYA">
      <a:dk1>
        <a:srgbClr val="4A4034"/>
      </a:dk1>
      <a:lt1>
        <a:srgbClr val="FFFCF7"/>
      </a:lt1>
      <a:dk2>
        <a:srgbClr val="6B5E4E"/>
      </a:dk2>
      <a:lt2>
        <a:srgbClr val="F6F1EA"/>
      </a:lt2>
      <a:accent1>
        <a:srgbClr val="9A7440"/>
      </a:accent1>
      <a:accent2>
        <a:srgbClr val="E6C996"/>
      </a:accent2>
      <a:accent3>
        <a:srgbClr val="5A4E40"/>
      </a:accent3>
      <a:accent4>
        <a:srgbClr val="EADBC6"/>
      </a:accent4>
      <a:accent5>
        <a:srgbClr val="F1DCD2"/>
      </a:accent5>
      <a:accent6>
        <a:srgbClr val="6F6457"/>
      </a:accent6>
      <a:hlink>
        <a:srgbClr val="9A7440"/>
      </a:hlink>
      <a:folHlink>
        <a:srgbClr val="6B5E4E"/>
      </a:folHlink>
    </a:clrScheme>
    <a:fontScheme name="ORY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ORYA Estética Avançada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ORYA · Como funciona</dc:title>
  <dc:subject>PptxGenJS Presentation</dc:subject>
  <dc:creator>ORYA Estética Avançada</dc:creator>
  <cp:lastModifiedBy>ORYA Estética Avançada</cp:lastModifiedBy>
  <cp:revision>1</cp:revision>
  <dcterms:created xsi:type="dcterms:W3CDTF">2026-10-28T11:33:11Z</dcterms:created>
  <dcterms:modified xsi:type="dcterms:W3CDTF">2026-10-28T11:33:11Z</dcterms:modified>
</cp:coreProperties>
</file>